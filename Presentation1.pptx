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32"/>
  </p:normalViewPr>
  <p:slideViewPr>
    <p:cSldViewPr snapToGrid="0">
      <p:cViewPr varScale="1">
        <p:scale>
          <a:sx n="106" d="100"/>
          <a:sy n="106" d="100"/>
        </p:scale>
        <p:origin x="7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8035A-B65B-BA43-DEFA-701C430F64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017265-960C-FE67-F86C-66A70F2B78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79538-356D-7C7F-EE4F-968ECE9D1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E8142-6F99-A64D-A1DF-4689750FBA31}" type="datetimeFigureOut">
              <a:rPr lang="en-CN" smtClean="0"/>
              <a:t>2023/9/27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93132-E1B1-0F99-3E3B-119533FB8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281E1-7FB5-F70B-4379-3030052DB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A7A6B-4B1F-5446-A3A1-99DEB5EA7F8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22263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49205-F00A-E131-F6A7-DB0222E7D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C8A6C-D713-B849-C327-8BAEE84BA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08F24-DFE6-3506-C4E9-CBE7FDF9E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E8142-6F99-A64D-A1DF-4689750FBA31}" type="datetimeFigureOut">
              <a:rPr lang="en-CN" smtClean="0"/>
              <a:t>2023/9/27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2B6B1-377C-00E6-D221-41B5A0710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14BB0-1C6B-D643-5E39-B8D6DB167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A7A6B-4B1F-5446-A3A1-99DEB5EA7F8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83132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74D16-7790-5C56-D603-85445D366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E0D2B4-2803-8849-1DC1-0FBB60A74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568C0-F943-674A-357A-27859DB32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E8142-6F99-A64D-A1DF-4689750FBA31}" type="datetimeFigureOut">
              <a:rPr lang="en-CN" smtClean="0"/>
              <a:t>2023/9/27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D17ED-4A5F-2ECD-3DAC-F7EB47670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1F291-2A9E-885E-95C7-EF1B2F6E2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A7A6B-4B1F-5446-A3A1-99DEB5EA7F8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54649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BBC3D-A765-3BBE-F432-592CAD070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05179-5264-9811-AC7A-A3F895D803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92ACB9-92BE-3642-0D1D-5474C35CE0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100400-C3A5-DD8F-B7D1-C7D8AC2CB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E8142-6F99-A64D-A1DF-4689750FBA31}" type="datetimeFigureOut">
              <a:rPr lang="en-CN" smtClean="0"/>
              <a:t>2023/9/27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717634-6DA0-E2B1-3C11-9D4770072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E259A4-E452-D3B1-6567-536EEC013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A7A6B-4B1F-5446-A3A1-99DEB5EA7F8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26312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1694B-37DC-9BF5-1B57-C11F03059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BDF299-3F31-A743-BB96-3BB70CA1EE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F6C586-16D1-252D-8FD0-3698FE385B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900F95-C143-B477-AA72-E3C28172B5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8AF49F-6DFC-246B-D645-9FFA0A6101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EB587F-EC2A-2932-FEF6-686366A4E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E8142-6F99-A64D-A1DF-4689750FBA31}" type="datetimeFigureOut">
              <a:rPr lang="en-CN" smtClean="0"/>
              <a:t>2023/9/27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AD7BE5-FFF9-EAD4-EC22-AB90B109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93856D-0319-1A63-66F8-021F2B610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A7A6B-4B1F-5446-A3A1-99DEB5EA7F8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17338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08932-6E0F-B5E7-9265-02793EF01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7746D0-4F72-5D91-8067-699C199F5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E8142-6F99-A64D-A1DF-4689750FBA31}" type="datetimeFigureOut">
              <a:rPr lang="en-CN" smtClean="0"/>
              <a:t>2023/9/27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B45484-51AD-53CB-5C95-065E98EBA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4657B2-CA9B-1000-A50E-1754070FC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A7A6B-4B1F-5446-A3A1-99DEB5EA7F8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54779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3A21C2-18B1-7B7B-2B43-F949CDA4F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E8142-6F99-A64D-A1DF-4689750FBA31}" type="datetimeFigureOut">
              <a:rPr lang="en-CN" smtClean="0"/>
              <a:t>2023/9/27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21A609-0268-4640-BD31-47BB5C664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01EAA3-D590-C543-7AAC-FC05D5D28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A7A6B-4B1F-5446-A3A1-99DEB5EA7F8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80609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72503-45C9-65D7-9526-66CCE46C5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92CAF-BD6D-4CAB-7871-56FD71858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3417B6-A247-00DE-975B-196884314B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B63B4F-350B-2D06-7778-81FE02D5D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E8142-6F99-A64D-A1DF-4689750FBA31}" type="datetimeFigureOut">
              <a:rPr lang="en-CN" smtClean="0"/>
              <a:t>2023/9/27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1AB013-FDAD-420E-8447-52DD12987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BD807F-6E2B-B302-79AD-EAAF990CF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A7A6B-4B1F-5446-A3A1-99DEB5EA7F8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46143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6BF97-12AC-9DC9-310D-AA0936A53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727154-2E33-C916-2D68-88ED9C0600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054101-0138-32EE-FA02-BFA45EAA07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45ECC4-CE26-F232-E79D-64AB88CF7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E8142-6F99-A64D-A1DF-4689750FBA31}" type="datetimeFigureOut">
              <a:rPr lang="en-CN" smtClean="0"/>
              <a:t>2023/9/27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06E3AA-BD02-E5EF-F8D5-E57A2A56D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A486DF-DDC2-B9A1-2228-CD93DAAC8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A7A6B-4B1F-5446-A3A1-99DEB5EA7F8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47230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54CBF-5A37-053A-B794-1F88C6DEE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236724-CF77-6AB1-33AE-5D0863B82F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BFAA7-6176-B479-B30D-C8A8C295D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E8142-6F99-A64D-A1DF-4689750FBA31}" type="datetimeFigureOut">
              <a:rPr lang="en-CN" smtClean="0"/>
              <a:t>2023/9/27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AAAF4-55DE-C618-860F-87E909782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3C8BE-2A9B-4574-E706-716E0556C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A7A6B-4B1F-5446-A3A1-99DEB5EA7F8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89560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A7AF81-A906-0820-E3B0-ECB5B41F9A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9D0E12-01BF-F3F9-314B-7C9A07318E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1DC7C-0EE4-BD6F-CC11-E73EFD494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E8142-6F99-A64D-A1DF-4689750FBA31}" type="datetimeFigureOut">
              <a:rPr lang="en-CN" smtClean="0"/>
              <a:t>2023/9/27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DB8B6-1130-96D9-00F9-AF4BE6424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39F2E3-8EA6-9A8F-7D4B-799C939E4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A7A6B-4B1F-5446-A3A1-99DEB5EA7F8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85726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ADE98C-48CB-A7C5-69C0-7C8225D3A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645230-8B91-5EE3-70F9-FFF3978873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0E9FA-4887-C647-1227-3563FEDD94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1E8142-6F99-A64D-A1DF-4689750FBA31}" type="datetimeFigureOut">
              <a:rPr lang="en-CN" smtClean="0"/>
              <a:t>2023/9/27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58184-3AA3-E462-D97A-C246FFF11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C0461-8630-3F7B-0BBE-781F8A335C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A7A6B-4B1F-5446-A3A1-99DEB5EA7F8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24085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3BC2B-9AD7-8F77-0482-60AC0C38D2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306AAC-30D0-931F-13F6-83F8F178D3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93212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Quan Wei</dc:creator>
  <cp:lastModifiedBy>Quan Wei</cp:lastModifiedBy>
  <cp:revision>1</cp:revision>
  <dcterms:created xsi:type="dcterms:W3CDTF">2023-09-27T00:43:16Z</dcterms:created>
  <dcterms:modified xsi:type="dcterms:W3CDTF">2023-09-27T00:43:22Z</dcterms:modified>
</cp:coreProperties>
</file>